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95F7-D735-9E41-3C68-E0F2FBAA1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46327-D6C5-1B1F-3E3F-5FADD920D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861E0-4B1D-DF1B-78C1-90CD29A9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1A6C3-DED1-81CE-FBDB-7E40B275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1D3AC-28EC-AC5C-B2C1-B0C46D03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26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8A37-3833-C8B1-CA2B-FC53FB29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011F1-71AE-F7DF-0FB2-908DA607C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7A214-1710-E447-0B1F-563DBD75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21C96-5897-0BBF-57D7-4729F9D4E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6FDE8-A52D-E53C-4EFF-95417DDD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0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4B2F-45FF-6243-6E0B-94D3E3D0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C7A39-3853-735A-7EB8-2B8B81F14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4515-A96F-A668-3342-E77940FC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04CFC-5C59-DDA2-38B3-A2435C4E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B73F3-3E0F-9E17-582B-F0ACADBB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180A-B6B8-1EDC-6085-91AA5BFC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547A9-7CC9-B6D8-95FE-B941262E8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D4C86-956A-A5C1-65CF-943BC5D5B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1D148-9422-67B4-C706-EB5EEA6C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BEF38-84B9-AB33-A49B-6031C67E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5BF1C-7F83-ECDF-F3BA-5692CE73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78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D0B7-43F8-1906-92FA-C5635932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D4744-6F65-BC3E-4FB8-AFDDE8CB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442BF-171B-2872-5033-9D82DEB71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C6DC7-4A6D-FD8C-ECC0-5170F3D77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F9CD3-84E9-692E-ACB1-86A5464B9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A9E3B-DD98-130E-D17C-D5447C36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B47BB-0B30-9EA3-F9ED-E498D789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8D273-22C9-7E07-13C0-94EC2C46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32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C670-110E-2613-0486-5EC0F9C9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7A5B1-6F57-F13C-BD79-34B03BCA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62AC9-02F3-6CB5-2728-F41ABD51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668FE-83E2-EA7A-F1C1-48F07172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13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6AA8D-EC75-FCDA-A2D0-EA39C8E4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D757B-03AA-E17F-FCCF-FC31B5E3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3F019-49D1-BD06-1864-203BBBFA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19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988A-EAD4-703D-5FCD-9E73F1F3B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6C5B-67EC-D66B-9F92-A70A16E2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9D94-3733-3FEE-5E0D-999B75F8F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56BC3-9824-A7A1-DE7D-A2BB7E25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6B21B-E339-0E40-4D59-B7DC278C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83645-43D6-805D-0E99-B824F920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212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D8A0-5525-82DC-4816-F4A2E9380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2DA75-1650-193A-CE85-F441A4F37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9B6D3-7EBF-EDB9-1680-39C579376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DFA15-9C94-564C-BB5C-200EA032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BB945-70E5-D627-9DC0-1AE1DA2A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2D87-6024-E087-ACF5-FA92AEAF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78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234D6-EDE6-B22F-0C37-C6499810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E0CF6-40AA-A33B-F2A5-EBD0D3183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7E090-BC2F-970F-5197-F1E789C5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6462-C1BA-CCD3-EC5F-48D9E74D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08D53-556F-2794-5113-3127DAA3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07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431D3-6FC9-1268-5BBF-FBB935FB7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15127-5D1A-C334-AE27-F5EBA1BAA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A17B5-27C1-09F1-078A-C241E9A4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9158B-0E96-188B-BB4A-D58FD1E8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4DA21-C1B4-9279-C201-629182EE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54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945D4-3777-3955-3CF2-BDB02C27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EBB70-ACD8-FA52-44DE-AC8713AE9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BDECA-F3E6-35AD-58A6-8E0A83F1A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D200D-DAF1-4291-A1DA-382F75E59F08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63E5A-13EA-9E16-06E6-01E58ADF5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83046-9BE7-A16A-7F2F-F0484FE94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AC477-F053-4787-974B-C12569D14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0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8E22-91D2-4F5D-C5CA-945D4A08E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451"/>
            <a:ext cx="9144000" cy="23876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CE02D-CB74-3FB0-88E9-5D34BFF8E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1568" y="3602038"/>
            <a:ext cx="6373368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R. Rathna Mala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Artificial Intelligence &amp; Machine Learning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Manakula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Vinayagar Institute of Technology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: Microsoft Power BI 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16 July 2026 </a:t>
            </a:r>
          </a:p>
        </p:txBody>
      </p:sp>
    </p:spTree>
    <p:extLst>
      <p:ext uri="{BB962C8B-B14F-4D97-AF65-F5344CB8AC3E}">
        <p14:creationId xmlns:p14="http://schemas.microsoft.com/office/powerpoint/2010/main" val="233461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C9CE-11D8-E18F-5701-98153A97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65DC-A2B0-F60F-9C23-926758CF9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dashboard.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23889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7650-6955-9AB1-E13E-10B14555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77265-D4EE-1A82-603D-54198C32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</a:p>
        </p:txBody>
      </p:sp>
    </p:spTree>
    <p:extLst>
      <p:ext uri="{BB962C8B-B14F-4D97-AF65-F5344CB8AC3E}">
        <p14:creationId xmlns:p14="http://schemas.microsoft.com/office/powerpoint/2010/main" val="3035739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C736-A74E-BED6-BD86-C11EC415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SCREENSHOT:</a:t>
            </a:r>
          </a:p>
        </p:txBody>
      </p:sp>
      <p:pic>
        <p:nvPicPr>
          <p:cNvPr id="5" name="Content Placeholder 4" descr="The image depicts a business sales dashboard with key metrics such as total sales, profit, and orders, categorized by region and product, along with a monthly sales trend.&#10;&#10;AI-generated content may be incorrect.">
            <a:extLst>
              <a:ext uri="{FF2B5EF4-FFF2-40B4-BE49-F238E27FC236}">
                <a16:creationId xmlns:a16="http://schemas.microsoft.com/office/drawing/2014/main" id="{2D2696EA-083E-0887-5CA3-F4F6FF4FB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1366190"/>
            <a:ext cx="10351008" cy="5218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278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C032-649A-354A-A3F2-723CB258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84E4-AC7C-505C-F19C-65EBB6C8F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01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 generated the highest sales.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contributed the highest revenue.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customers placed the highest number of orders.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show seasonal trends.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 category has comparatively lower profitability.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6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F0DA-AD69-E9D6-6AC3-FBEA0CA5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4341-ABC4-623F-4130-9DE062F79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interactive dashboard helps stakeholders monitor sales, profit, and regional performance, enabling informed business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372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DATA ANALYST INTERNSHIP  Task 3 DASHBOARD DESIGN</vt:lpstr>
      <vt:lpstr>OBJECTIVE:</vt:lpstr>
      <vt:lpstr>DASHBOARD FEATURES:</vt:lpstr>
      <vt:lpstr>DASHBOARD SCREENSHOT:</vt:lpstr>
      <vt:lpstr>BUSINESS INSIGHTS: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Rathna Mala</dc:creator>
  <cp:lastModifiedBy>Rathna Mala</cp:lastModifiedBy>
  <cp:revision>1</cp:revision>
  <dcterms:created xsi:type="dcterms:W3CDTF">2026-07-16T15:13:26Z</dcterms:created>
  <dcterms:modified xsi:type="dcterms:W3CDTF">2026-07-16T15:13:27Z</dcterms:modified>
</cp:coreProperties>
</file>